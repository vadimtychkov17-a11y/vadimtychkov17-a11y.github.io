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2086E5-2340-40AF-9E6A-A1BE78D62FB9}" type="datetimeFigureOut">
              <a:rPr lang="ru-RU" smtClean="0"/>
              <a:t>25.09.2026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A947B6-E62C-42A8-BBCA-D0E447DD32D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7628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0AA3-73F3-4DF3-8326-EE9C25B22E5B}" type="datetimeFigureOut">
              <a:rPr lang="ru-RU" smtClean="0"/>
              <a:t>25.09.2026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85B4-E090-4D95-A32F-D4DC7B65A9E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7469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0AA3-73F3-4DF3-8326-EE9C25B22E5B}" type="datetimeFigureOut">
              <a:rPr lang="ru-RU" smtClean="0"/>
              <a:t>25.09.2026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85B4-E090-4D95-A32F-D4DC7B65A9E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727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0AA3-73F3-4DF3-8326-EE9C25B22E5B}" type="datetimeFigureOut">
              <a:rPr lang="ru-RU" smtClean="0"/>
              <a:t>25.09.2026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85B4-E090-4D95-A32F-D4DC7B65A9E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19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0AA3-73F3-4DF3-8326-EE9C25B22E5B}" type="datetimeFigureOut">
              <a:rPr lang="ru-RU" smtClean="0"/>
              <a:t>25.09.2026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85B4-E090-4D95-A32F-D4DC7B65A9E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6414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0AA3-73F3-4DF3-8326-EE9C25B22E5B}" type="datetimeFigureOut">
              <a:rPr lang="ru-RU" smtClean="0"/>
              <a:t>25.09.2026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85B4-E090-4D95-A32F-D4DC7B65A9E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5859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0AA3-73F3-4DF3-8326-EE9C25B22E5B}" type="datetimeFigureOut">
              <a:rPr lang="ru-RU" smtClean="0"/>
              <a:t>25.09.2026</a:t>
            </a:fld>
            <a:endParaRPr lang="ru-RU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85B4-E090-4D95-A32F-D4DC7B65A9E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2934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0AA3-73F3-4DF3-8326-EE9C25B22E5B}" type="datetimeFigureOut">
              <a:rPr lang="ru-RU" smtClean="0"/>
              <a:t>25.09.2026</a:t>
            </a:fld>
            <a:endParaRPr lang="ru-RU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85B4-E090-4D95-A32F-D4DC7B65A9E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8168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0AA3-73F3-4DF3-8326-EE9C25B22E5B}" type="datetimeFigureOut">
              <a:rPr lang="ru-RU" smtClean="0"/>
              <a:t>25.09.2026</a:t>
            </a:fld>
            <a:endParaRPr lang="ru-RU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85B4-E090-4D95-A32F-D4DC7B65A9E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1716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0AA3-73F3-4DF3-8326-EE9C25B22E5B}" type="datetimeFigureOut">
              <a:rPr lang="ru-RU" smtClean="0"/>
              <a:t>25.09.2026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85B4-E090-4D95-A32F-D4DC7B65A9E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023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0AA3-73F3-4DF3-8326-EE9C25B22E5B}" type="datetimeFigureOut">
              <a:rPr lang="ru-RU" smtClean="0"/>
              <a:t>25.09.2026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85B4-E090-4D95-A32F-D4DC7B65A9E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6037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0AA3-73F3-4DF3-8326-EE9C25B22E5B}" type="datetimeFigureOut">
              <a:rPr lang="ru-RU" smtClean="0"/>
              <a:t>25.09.2026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85B4-E090-4D95-A32F-D4DC7B65A9E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9609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0AA3-73F3-4DF3-8326-EE9C25B22E5B}" type="datetimeFigureOut">
              <a:rPr lang="ru-RU" smtClean="0"/>
              <a:t>25.09.2026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85B4-E090-4D95-A32F-D4DC7B65A9ED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66554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0AA3-73F3-4DF3-8326-EE9C25B22E5B}" type="datetimeFigureOut">
              <a:rPr lang="ru-RU" smtClean="0"/>
              <a:t>25.09.2026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85B4-E090-4D95-A32F-D4DC7B65A9E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2726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0AA3-73F3-4DF3-8326-EE9C25B22E5B}" type="datetimeFigureOut">
              <a:rPr lang="ru-RU" smtClean="0"/>
              <a:t>25.09.2026</a:t>
            </a:fld>
            <a:endParaRPr lang="ru-RU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85B4-E090-4D95-A32F-D4DC7B65A9E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4453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0AA3-73F3-4DF3-8326-EE9C25B22E5B}" type="datetimeFigureOut">
              <a:rPr lang="ru-RU" smtClean="0"/>
              <a:t>25.09.2026</a:t>
            </a:fld>
            <a:endParaRPr lang="ru-RU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85B4-E090-4D95-A32F-D4DC7B65A9E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009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0AA3-73F3-4DF3-8326-EE9C25B22E5B}" type="datetimeFigureOut">
              <a:rPr lang="ru-RU" smtClean="0"/>
              <a:t>25.09.2026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85B4-E090-4D95-A32F-D4DC7B65A9E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81132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C0AA3-73F3-4DF3-8326-EE9C25B22E5B}" type="datetimeFigureOut">
              <a:rPr lang="ru-RU" smtClean="0"/>
              <a:t>25.09.2026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085B4-E090-4D95-A32F-D4DC7B65A9E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1593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18C0AA3-73F3-4DF3-8326-EE9C25B22E5B}" type="datetimeFigureOut">
              <a:rPr lang="ru-RU" smtClean="0"/>
              <a:t>25.09.2026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085B4-E090-4D95-A32F-D4DC7B65A9E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9748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8CE5F5-ECCE-4421-8797-34892C03B8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Леонид Михайлович Рошаль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A50D7C4-415E-46D2-B421-B41B7A4C0C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Врач - педиатр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7E6AB8-3874-4649-B0D1-3339AE5819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0205" y="1447800"/>
            <a:ext cx="3162300" cy="47625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736369604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B5A04B-3CBC-4C1D-8EBC-7A8A4A9811A9}"/>
              </a:ext>
            </a:extLst>
          </p:cNvPr>
          <p:cNvSpPr txBox="1"/>
          <p:nvPr/>
        </p:nvSpPr>
        <p:spPr>
          <a:xfrm>
            <a:off x="547454" y="1278383"/>
            <a:ext cx="649253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Я хочу расказать своим однокласникам об одном прекрасном человеке, этого человека зовут Леонид Михайлович Рошаль талантливейший врач, который поможет в трудную минуту и не оставит в беде тех, кто просит о помощи. Живёт этот замечательный человек в городе Москве и трудится на благо людям, помогая им и делом и добрым словом… Его професия очень важная и нужная для любого человека, он врач- педиатр ……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8615ED5-BC82-478B-9D5B-1A820421D1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5905" y="1333175"/>
            <a:ext cx="3333750" cy="44767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68984117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A3F2CA-3024-481A-BD89-500A5FBE6E86}"/>
              </a:ext>
            </a:extLst>
          </p:cNvPr>
          <p:cNvSpPr txBox="1"/>
          <p:nvPr/>
        </p:nvSpPr>
        <p:spPr>
          <a:xfrm>
            <a:off x="111015" y="4881956"/>
            <a:ext cx="1217352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dirty="0"/>
              <a:t>Конец. Внимание – спасибо за внимание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68B6C1-E682-42B3-930C-A0F65FAB12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887" y="133165"/>
            <a:ext cx="3233004" cy="427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686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</TotalTime>
  <Words>84</Words>
  <Application>Microsoft Office PowerPoint</Application>
  <PresentationFormat>Широкоэкранный</PresentationFormat>
  <Paragraphs>4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Arial</vt:lpstr>
      <vt:lpstr>Calibri</vt:lpstr>
      <vt:lpstr>Century Gothic</vt:lpstr>
      <vt:lpstr>Wingdings 3</vt:lpstr>
      <vt:lpstr>Ион</vt:lpstr>
      <vt:lpstr>Леонид Михайлович Рошаль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Леонид Михайлович Рошаль</dc:title>
  <dc:creator>Вадим Тычков</dc:creator>
  <cp:lastModifiedBy>Вадим Тычков</cp:lastModifiedBy>
  <cp:revision>2</cp:revision>
  <dcterms:created xsi:type="dcterms:W3CDTF">2026-09-25T10:55:09Z</dcterms:created>
  <dcterms:modified xsi:type="dcterms:W3CDTF">2026-09-25T11:07:51Z</dcterms:modified>
</cp:coreProperties>
</file>